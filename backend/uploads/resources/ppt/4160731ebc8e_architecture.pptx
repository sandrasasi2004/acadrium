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Architecture and Microprocessors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components include ALU, Control Unit, and Registers.</a:t>
            </a:r>
          </a:p>
          <a:p>
            <a:r>
              <a:t>Instruction cycle: Fetch, Decode, Execute.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